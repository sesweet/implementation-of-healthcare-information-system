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65" r:id="rId3"/>
    <p:sldId id="257" r:id="rId4"/>
    <p:sldId id="266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410"/>
    <p:restoredTop sz="94670"/>
  </p:normalViewPr>
  <p:slideViewPr>
    <p:cSldViewPr snapToGrid="0">
      <p:cViewPr varScale="1">
        <p:scale>
          <a:sx n="101" d="100"/>
          <a:sy n="101" d="100"/>
        </p:scale>
        <p:origin x="23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24A53-7581-0345-A5FC-0D6F925A216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B5576-11DB-D744-8883-76C67F474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638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24A53-7581-0345-A5FC-0D6F925A216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B5576-11DB-D744-8883-76C67F474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559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24A53-7581-0345-A5FC-0D6F925A216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B5576-11DB-D744-8883-76C67F474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93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24A53-7581-0345-A5FC-0D6F925A2168}" type="datetimeFigureOut">
              <a:rPr lang="en-US" smtClean="0"/>
              <a:t>5/4/26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B5576-11DB-D744-8883-76C67F474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51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24A53-7581-0345-A5FC-0D6F925A2168}" type="datetimeFigureOut">
              <a:rPr lang="en-US" smtClean="0"/>
              <a:t>5/4/26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B5576-11DB-D744-8883-76C67F474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421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24A53-7581-0345-A5FC-0D6F925A2168}" type="datetimeFigureOut">
              <a:rPr lang="en-US" smtClean="0"/>
              <a:t>5/4/26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B5576-11DB-D744-8883-76C67F474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32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24A53-7581-0345-A5FC-0D6F925A2168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B5576-11DB-D744-8883-76C67F474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37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24A53-7581-0345-A5FC-0D6F925A2168}" type="datetimeFigureOut">
              <a:rPr lang="en-US" smtClean="0"/>
              <a:t>5/4/26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B5576-11DB-D744-8883-76C67F474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21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24A53-7581-0345-A5FC-0D6F925A2168}" type="datetimeFigureOut">
              <a:rPr lang="en-US" smtClean="0"/>
              <a:t>5/4/26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B5576-11DB-D744-8883-76C67F474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70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24A53-7581-0345-A5FC-0D6F925A2168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B5576-11DB-D744-8883-76C67F474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095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24A53-7581-0345-A5FC-0D6F925A2168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5B5576-11DB-D744-8883-76C67F474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33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924A53-7581-0345-A5FC-0D6F925A216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C65B5576-11DB-D744-8883-76C67F474F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689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834FF-11AE-7F63-A190-3B7988B7BC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Healthcare Information System (HIS Prototype)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94C1D-4F9C-70FA-7765-2BC27E4E4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783625"/>
            <a:ext cx="9144000" cy="1925927"/>
          </a:xfrm>
        </p:spPr>
        <p:txBody>
          <a:bodyPr>
            <a:normAutofit/>
          </a:bodyPr>
          <a:lstStyle/>
          <a:p>
            <a:r>
              <a:rPr lang="en-US" dirty="0"/>
              <a:t>Sarah Sweet</a:t>
            </a:r>
          </a:p>
          <a:p>
            <a:r>
              <a:rPr lang="en-US" dirty="0"/>
              <a:t>Info-C 451: System Implementation</a:t>
            </a:r>
          </a:p>
          <a:p>
            <a:endParaRPr lang="en-US" dirty="0"/>
          </a:p>
        </p:txBody>
      </p:sp>
      <p:pic>
        <p:nvPicPr>
          <p:cNvPr id="19" name="Audio 18">
            <a:extLst>
              <a:ext uri="{FF2B5EF4-FFF2-40B4-BE49-F238E27FC236}">
                <a16:creationId xmlns:a16="http://schemas.microsoft.com/office/drawing/2014/main" id="{413C8E03-1A49-3166-A5BD-2C9EEBEB65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4975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584"/>
    </mc:Choice>
    <mc:Fallback>
      <p:transition spd="slow" advTm="758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17BBE-A2D7-C12F-6506-ECF7675B5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3033A-437D-7E88-13FC-3B12A5982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Overview of system</a:t>
            </a:r>
          </a:p>
          <a:p>
            <a:r>
              <a:rPr lang="en-US" dirty="0"/>
              <a:t>Key features</a:t>
            </a:r>
          </a:p>
          <a:p>
            <a:r>
              <a:rPr lang="en-US" dirty="0"/>
              <a:t>System design</a:t>
            </a:r>
          </a:p>
          <a:p>
            <a:r>
              <a:rPr lang="en-US" dirty="0"/>
              <a:t>Live demo</a:t>
            </a:r>
          </a:p>
          <a:p>
            <a:r>
              <a:rPr lang="en-US" dirty="0"/>
              <a:t>Testing</a:t>
            </a:r>
          </a:p>
        </p:txBody>
      </p:sp>
      <p:pic>
        <p:nvPicPr>
          <p:cNvPr id="12" name="Audio 11">
            <a:extLst>
              <a:ext uri="{FF2B5EF4-FFF2-40B4-BE49-F238E27FC236}">
                <a16:creationId xmlns:a16="http://schemas.microsoft.com/office/drawing/2014/main" id="{F50333F2-6443-268C-74F9-A5DBDE8230B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138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96"/>
    </mc:Choice>
    <mc:Fallback>
      <p:transition spd="slow" advTm="160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ED0ED-F67E-A158-6BC7-C7C21540B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11D27-DF46-1C9B-C0D0-436406212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project is a simple Healthcare Information System prototype.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It is designed to:</a:t>
            </a:r>
          </a:p>
          <a:p>
            <a:pPr lvl="1"/>
            <a:r>
              <a:rPr lang="en-US" dirty="0"/>
              <a:t>Manage patient information</a:t>
            </a:r>
          </a:p>
          <a:p>
            <a:pPr lvl="1"/>
            <a:r>
              <a:rPr lang="en-US" dirty="0"/>
              <a:t>Schedule appointments</a:t>
            </a:r>
          </a:p>
          <a:p>
            <a:pPr lvl="1"/>
            <a:r>
              <a:rPr lang="en-US" dirty="0"/>
              <a:t>Display data in an organized way</a:t>
            </a:r>
          </a:p>
        </p:txBody>
      </p:sp>
      <p:pic>
        <p:nvPicPr>
          <p:cNvPr id="9" name="Audio 8">
            <a:extLst>
              <a:ext uri="{FF2B5EF4-FFF2-40B4-BE49-F238E27FC236}">
                <a16:creationId xmlns:a16="http://schemas.microsoft.com/office/drawing/2014/main" id="{A8834759-C1A1-A085-7C23-D9AF81EA267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6011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178"/>
    </mc:Choice>
    <mc:Fallback>
      <p:transition spd="slow" advTm="191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F3A98-FE88-B7CC-3A45-7CAFD42B9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FC895-6BB7-C1DD-29CF-484CC4D94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patients</a:t>
            </a:r>
          </a:p>
          <a:p>
            <a:r>
              <a:rPr lang="en-US" dirty="0"/>
              <a:t>Schedule appointments</a:t>
            </a:r>
          </a:p>
          <a:p>
            <a:r>
              <a:rPr lang="en-US" dirty="0"/>
              <a:t>View patient list</a:t>
            </a:r>
          </a:p>
          <a:p>
            <a:r>
              <a:rPr lang="en-US" dirty="0"/>
              <a:t>View appointment list</a:t>
            </a:r>
          </a:p>
          <a:p>
            <a:r>
              <a:rPr lang="en-US" dirty="0"/>
              <a:t>Input validation</a:t>
            </a:r>
          </a:p>
        </p:txBody>
      </p:sp>
      <p:pic>
        <p:nvPicPr>
          <p:cNvPr id="9" name="Audio 8">
            <a:extLst>
              <a:ext uri="{FF2B5EF4-FFF2-40B4-BE49-F238E27FC236}">
                <a16:creationId xmlns:a16="http://schemas.microsoft.com/office/drawing/2014/main" id="{3652779B-39E1-DF83-BEBD-55F91D447C5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531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693"/>
    </mc:Choice>
    <mc:Fallback>
      <p:transition spd="slow" advTm="166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CD75E-4381-FB63-DF20-6815D4840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8EB5F-9566-7B44-E5FB-4745AA94F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User </a:t>
            </a:r>
            <a:r>
              <a:rPr lang="en-US" dirty="0">
                <a:sym typeface="Wingdings" pitchFamily="2" charset="2"/>
              </a:rPr>
              <a:t> Input  JavaScript  Data Storage  Display</a:t>
            </a:r>
          </a:p>
          <a:p>
            <a:r>
              <a:rPr lang="en-US" dirty="0">
                <a:sym typeface="Wingdings" pitchFamily="2" charset="2"/>
              </a:rPr>
              <a:t>Runs in browser</a:t>
            </a:r>
          </a:p>
          <a:p>
            <a:r>
              <a:rPr lang="en-US" dirty="0">
                <a:sym typeface="Wingdings" pitchFamily="2" charset="2"/>
              </a:rPr>
              <a:t>No database required</a:t>
            </a:r>
          </a:p>
          <a:p>
            <a:r>
              <a:rPr lang="en-US" dirty="0">
                <a:sym typeface="Wingdings" pitchFamily="2" charset="2"/>
              </a:rPr>
              <a:t>Data updates automatically</a:t>
            </a:r>
            <a:endParaRPr lang="en-US" dirty="0"/>
          </a:p>
        </p:txBody>
      </p:sp>
      <p:pic>
        <p:nvPicPr>
          <p:cNvPr id="9" name="Audio 8">
            <a:extLst>
              <a:ext uri="{FF2B5EF4-FFF2-40B4-BE49-F238E27FC236}">
                <a16:creationId xmlns:a16="http://schemas.microsoft.com/office/drawing/2014/main" id="{EDCFFE30-3343-D644-F045-AF053C618B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1519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3936"/>
    </mc:Choice>
    <mc:Fallback>
      <p:transition spd="slow" advTm="239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9E7C0-A3AE-5E30-79BD-DE3A17477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C9920-3123-F3AC-589C-E2BD2005CE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Now I will show you how I...</a:t>
            </a:r>
          </a:p>
          <a:p>
            <a:r>
              <a:rPr lang="en-US" dirty="0"/>
              <a:t>Add a patient</a:t>
            </a:r>
          </a:p>
          <a:p>
            <a:r>
              <a:rPr lang="en-US" dirty="0"/>
              <a:t>Schedule an appointment</a:t>
            </a:r>
          </a:p>
          <a:p>
            <a:r>
              <a:rPr lang="en-US" dirty="0"/>
              <a:t>View results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system will:</a:t>
            </a:r>
          </a:p>
          <a:p>
            <a:r>
              <a:rPr lang="en-US" dirty="0"/>
              <a:t>Automatically validate input</a:t>
            </a:r>
          </a:p>
          <a:p>
            <a:r>
              <a:rPr lang="en-US" dirty="0"/>
              <a:t>Automatically update display</a:t>
            </a:r>
          </a:p>
          <a:p>
            <a:r>
              <a:rPr lang="en-US" dirty="0"/>
              <a:t>Reduces manual data handling</a:t>
            </a:r>
          </a:p>
        </p:txBody>
      </p:sp>
      <p:pic>
        <p:nvPicPr>
          <p:cNvPr id="11" name="Audio 10">
            <a:extLst>
              <a:ext uri="{FF2B5EF4-FFF2-40B4-BE49-F238E27FC236}">
                <a16:creationId xmlns:a16="http://schemas.microsoft.com/office/drawing/2014/main" id="{C0812147-D3D1-DFCF-8685-696796A3A52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7059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962"/>
    </mc:Choice>
    <mc:Fallback>
      <p:transition spd="slow" advTm="7396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13D83-203F-3C81-3117-0FF0E4BEE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02AA8-E292-17AD-0465-1D686CF88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 testing (checking input validation)</a:t>
            </a:r>
          </a:p>
          <a:p>
            <a:r>
              <a:rPr lang="en-US" dirty="0"/>
              <a:t>Integration testing (features working together)</a:t>
            </a:r>
          </a:p>
          <a:p>
            <a:r>
              <a:rPr lang="en-US" dirty="0"/>
              <a:t>System testing (full workflow)</a:t>
            </a: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28A3DBDA-1CA0-CBC5-B7B4-75B8CA1C80D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479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672"/>
    </mc:Choice>
    <mc:Fallback>
      <p:transition spd="slow" advTm="206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6DB33-E2C9-8734-A65A-574CFAE9A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BCCC8-9786-87B4-9024-BF3171D8B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a simple healthcare system prototype</a:t>
            </a:r>
          </a:p>
          <a:p>
            <a:r>
              <a:rPr lang="en-US"/>
              <a:t>Easy </a:t>
            </a:r>
            <a:r>
              <a:rPr lang="en-US" dirty="0"/>
              <a:t>to use</a:t>
            </a:r>
          </a:p>
          <a:p>
            <a:r>
              <a:rPr lang="en-US" dirty="0"/>
              <a:t>It shows patient and appointment management </a:t>
            </a: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DFF8EBFB-D172-BF89-7C58-26B8142E2F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226800" y="58928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294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874"/>
    </mc:Choice>
    <mc:Fallback>
      <p:transition spd="slow" advTm="208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64</TotalTime>
  <Words>157</Words>
  <Application>Microsoft Macintosh PowerPoint</Application>
  <PresentationFormat>Widescreen</PresentationFormat>
  <Paragraphs>45</Paragraphs>
  <Slides>8</Slides>
  <Notes>0</Notes>
  <HiddenSlides>0</HiddenSlides>
  <MMClips>8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Corbel</vt:lpstr>
      <vt:lpstr>Wingdings</vt:lpstr>
      <vt:lpstr>Wingdings 2</vt:lpstr>
      <vt:lpstr>Frame</vt:lpstr>
      <vt:lpstr>Healthcare Information System (HIS Prototype)</vt:lpstr>
      <vt:lpstr>Roadmap</vt:lpstr>
      <vt:lpstr>Overview</vt:lpstr>
      <vt:lpstr>Key Features</vt:lpstr>
      <vt:lpstr>System Design</vt:lpstr>
      <vt:lpstr>Live Demo</vt:lpstr>
      <vt:lpstr>Testing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Sweet, Sarah E</dc:creator>
  <cp:lastModifiedBy>Sweet, Sarah E</cp:lastModifiedBy>
  <cp:revision>2</cp:revision>
  <dcterms:created xsi:type="dcterms:W3CDTF">2026-05-05T02:14:42Z</dcterms:created>
  <dcterms:modified xsi:type="dcterms:W3CDTF">2026-05-05T03:46:04Z</dcterms:modified>
</cp:coreProperties>
</file>